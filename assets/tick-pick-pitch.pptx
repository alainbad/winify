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0156" y="1371600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0156" y="14081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2876" y="2057400"/>
            <a:ext cx="2743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Tick</a:t>
            </a:r>
            <a:r>
              <a:rPr sz="4800" b="1">
                <a:solidFill>
                  <a:srgbClr val="F59E0B"/>
                </a:solidFill>
              </a:rPr>
              <a:t>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The Fairest Prize Competition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Enter for $5. Win up to $1,000. Every draw certified by RANDOM.ORG.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2475" y="4069080"/>
            <a:ext cx="2926080" cy="347472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2475" y="409651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Live at tick-pick.com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1436" y="4069080"/>
            <a:ext cx="2926080" cy="347472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1436" y="409651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$5 per ticket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0396" y="4069080"/>
            <a:ext cx="2926080" cy="347472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0396" y="409651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RANDOM.ORG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Prize competitions are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24072" cy="3749039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240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58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 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Traditional competitions hide draw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Users have no way to verify the draw was fair.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Operator picks winner without oversight.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828800"/>
            <a:ext cx="3624072" cy="3749039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828800"/>
            <a:ext cx="36240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1040" y="205740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2075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5320" y="2743200"/>
            <a:ext cx="3258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Hidden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5320" y="329184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Complex pricing, subscriptions &amp; variable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5320" y="379476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make it hard to know what you actually pay.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320" y="429768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Surprise charges erode trust.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680" y="1828800"/>
            <a:ext cx="3624072" cy="3749039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7680" y="1828800"/>
            <a:ext cx="36240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6280" y="205740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6280" y="2075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2743200"/>
            <a:ext cx="3258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Manual &amp; Slow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560" y="329184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Draws are often manual, delayed,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560" y="379476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operator-dependent. Winners wait days.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560" y="4297680"/>
            <a:ext cx="3258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No transparency on timing or process.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$10B+ global prize competition market growing 15% YoY — </a:t>
            </a:r>
            <a:r>
              <a:rPr sz="1200">
                <a:solidFill>
                  <a:srgbClr val="F59E0B"/>
                </a:solidFill>
              </a:rPr>
              <a:t>no platform has solved trust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Simple. Fair. Automated.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5623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Browse &amp; 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Users browse competitions by tier and enter for a flat $5 fee. No subscriptions, no hidden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62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Pool Fills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Each competition has a fixed ticket count. The platform tracks entries in real time and closes when full.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Instant 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0624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Last ticket sold triggers RANDOM.ORG automatically. A certified winner is selected in under 2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737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46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Prize Delivered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1208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Winner emailed instantly. Prize delivered within 24 hours. Result published publicly — forever.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37360"/>
            <a:ext cx="5605272" cy="43891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737360"/>
            <a:ext cx="5605272" cy="384048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847088"/>
            <a:ext cx="4114800" cy="201168"/>
          </a:xfrm>
          <a:prstGeom prst="round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856231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tick-pick.com/browse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331720"/>
            <a:ext cx="5239512" cy="1051560"/>
          </a:xfrm>
          <a:prstGeom prst="round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2423160"/>
            <a:ext cx="6858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42316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$1,000 Amazon Voucher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834639"/>
            <a:ext cx="4114800" cy="109728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2834639"/>
            <a:ext cx="300380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99008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73% sold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99008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$5.00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566160"/>
            <a:ext cx="5239512" cy="1051560"/>
          </a:xfrm>
          <a:prstGeom prst="round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3657600"/>
            <a:ext cx="68580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65760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$300 Netflix Bundle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069080"/>
            <a:ext cx="4114800" cy="109728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4069080"/>
            <a:ext cx="362102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245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88% sold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224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C3AED"/>
                </a:solidFill>
              </a:rPr>
              <a:t>$5.00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800600"/>
            <a:ext cx="5239512" cy="1051560"/>
          </a:xfrm>
          <a:prstGeom prst="round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46520" y="4892040"/>
            <a:ext cx="685800" cy="228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89204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MICRO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$100 Starbucks Card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303520"/>
            <a:ext cx="4114800" cy="109728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5303520"/>
            <a:ext cx="213969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458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52% sold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458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$5.00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Profitable by design — every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858000" cy="411479"/>
          </a:xfrm>
          <a:prstGeom prst="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828800"/>
            <a:ext cx="73152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828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MICRO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3794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$50 prize   •   15 tickets   •   $75 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3794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67128"/>
            <a:ext cx="6858000" cy="411479"/>
          </a:xfrm>
          <a:prstGeom prst="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2258568"/>
            <a:ext cx="73152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585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MICRO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67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$75 prize   •   20 tickets   •   $100 collected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677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6858000" cy="411479"/>
          </a:xfrm>
          <a:prstGeom prst="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2688336"/>
            <a:ext cx="731520" cy="23774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883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MICRO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974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$100 prize   •   25 tickets   •   $125 collected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7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26663"/>
            <a:ext cx="6858000" cy="411479"/>
          </a:xfrm>
          <a:prstGeom prst="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118103"/>
            <a:ext cx="7315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118103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12724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$150 prize   •   45 tickets   •   $225 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27247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56432"/>
            <a:ext cx="6858000" cy="411479"/>
          </a:xfrm>
          <a:prstGeom prst="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352" y="3547872"/>
            <a:ext cx="7315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5478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55701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$200 prize   •   60 tickets   •   $300 collected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55701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6858000" cy="411479"/>
          </a:xfrm>
          <a:prstGeom prst="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0352" y="3977639"/>
            <a:ext cx="7315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9776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VOLUME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9867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$300 prize   •   90 tickets   •   $450 collected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867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15968"/>
            <a:ext cx="6858000" cy="411479"/>
          </a:xfrm>
          <a:prstGeom prst="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0352" y="4407407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407407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MEGA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4165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$500 prize   •   150 tickets   •   $750 collected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165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+$250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45736"/>
            <a:ext cx="6858000" cy="411479"/>
          </a:xfrm>
          <a:prstGeom prst="rect">
            <a:avLst/>
          </a:prstGeom>
          <a:solidFill>
            <a:srgbClr val="0F0720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0352" y="4837175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837175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MEGA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846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$750 prize   •   200 tickets   •   $1,000 collected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8463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+$250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75504"/>
            <a:ext cx="6858000" cy="411479"/>
          </a:xfrm>
          <a:prstGeom prst="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0352" y="5266944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2669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720"/>
                </a:solidFill>
              </a:rPr>
              <a:t>MEGA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2760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$1,000 prize   •   300 tickets   •   $1,500 collected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2760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+$500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737360"/>
            <a:ext cx="2011680" cy="16459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33%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2834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Min. Gross Margin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1737360"/>
            <a:ext cx="2011680" cy="16459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</a:rPr>
              <a:t>28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2834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Active Competitions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79" y="3566160"/>
            <a:ext cx="2011680" cy="16459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79" y="3794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$1,500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Revenue / MEGA cycle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3566160"/>
            <a:ext cx="2011680" cy="16459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3794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</a:rPr>
              <a:t>$500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Profit / MEGA cycle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solidFill>
            <a:srgbClr val="2A1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If all 28 pools complete once per month: </a:t>
            </a:r>
            <a:r>
              <a:rPr sz="1200">
                <a:solidFill>
                  <a:srgbClr val="F59E0B"/>
                </a:solidFill>
              </a:rPr>
              <a:t>~$14,800/mo revenue</a:t>
            </a:r>
            <a:r>
              <a:rPr sz="1200">
                <a:solidFill>
                  <a:srgbClr val="FFFFFF"/>
                </a:solidFill>
              </a:rPr>
              <a:t> with ~$4,900 profit — before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3-Month Launch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636264" cy="43891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3626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3636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Foundation &amp; Awareness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7889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974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Launch MICRO pools first (lowest barrier)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3756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24612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TikTok &amp; Instagram Reels — live draw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88620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79476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Seed with 3-5 free entries for early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43484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34340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WhatsApp broadcast to personal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983479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89204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Post in UAE/GCC Facebook deal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55321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4406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Target: 500 registered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6344" y="1737360"/>
            <a:ext cx="3636264" cy="43891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6344" y="1737360"/>
            <a:ext cx="363626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344" y="1755648"/>
            <a:ext cx="3636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504" y="21945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Paid &amp; Referral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0936" y="27889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0392" y="26974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Launch referral: "Give $5, Get $5" program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0936" y="333756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0392" y="324612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Instagram/TikTok paid ads targeting 18–35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0936" y="388620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0392" y="379476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Partner with micro-influencers (5K–50K)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0936" y="443484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0392" y="434340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Launch VOLUME pools as user trust builds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0936" y="4983479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0392" y="489204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Email drip — push active pools to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0936" y="55321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0392" y="54406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Target: 2,000 registered users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5488" y="1737360"/>
            <a:ext cx="3636264" cy="43891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5488" y="1737360"/>
            <a:ext cx="363626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5488" y="1755648"/>
            <a:ext cx="3636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2648" y="2194560"/>
            <a:ext cx="3361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MEGA &amp; Community Scale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0080" y="27889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9536" y="26974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Launch first MEGA $1,000 pool + influencer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60080" y="333756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79536" y="324612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Build Telegram/WhatsApp community group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60080" y="388620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9536" y="379476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Weekly "pool spotlight" email newsletter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60080" y="443484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9536" y="434340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Retargeting ads for non-converting visitors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60080" y="4983479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9536" y="489204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SEO blog content &amp; affiliate program launch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60080" y="5532120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9536" y="5440680"/>
            <a:ext cx="3133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Target: 5,000 registered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6 Revenue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Ticket Margin (Core)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5736" y="1892807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1911095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ACTIVE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33–50% gross margin on every competition. Pools reset and repeat — compounding revenue with no incremental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73736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74519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Premium Membership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1592" y="1892807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51592" y="1911095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Q2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3172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$9.99/month "Tick Pick Pro" — early access to pools, bonus tickets, exclusive MEGA competitions.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Brand Sponsorships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5736" y="3447288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346557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Q2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Brands sponsor a competition pool — their product is the prize, their logo featured to thousands of users.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329184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3429000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Referral &amp; Affiliate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51592" y="3447288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1592" y="346557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Month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88620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Affiliates earn 10% of referred ticket sales. Viral growth while sharing margin only on new revenue.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Gift Tickets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45736" y="5001768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502005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ED"/>
                </a:solidFill>
              </a:rPr>
              <a:t>Q3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4068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Buy and gift competition entries. High AOV with gifting season spikes (Eid, Ramadan, Christmas).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4846320"/>
            <a:ext cx="5568696" cy="14173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4983480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 White-Label B2B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5001768"/>
            <a:ext cx="1143000" cy="27432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502005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CA3AF"/>
                </a:solidFill>
              </a:rPr>
              <a:t>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5440680"/>
            <a:ext cx="5202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License the platform to brands &amp; corporates running their own prize competitions under their brand.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Conservative 12-Month Outlook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15768" cy="173736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Month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$14K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Monthly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144E"/>
                </a:solidFill>
              </a:rPr>
              <a:t>All 28 pools × 1 cycle/mo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737360"/>
            <a:ext cx="2715768" cy="173736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828800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Month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148840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$42K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88036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Monthly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15468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144E"/>
                </a:solidFill>
              </a:rPr>
              <a:t>All pools × 3 cycles/mo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737360"/>
            <a:ext cx="2715768" cy="173736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828800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Month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148840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$85K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8036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Monthly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315468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144E"/>
                </a:solidFill>
              </a:rPr>
              <a:t>+ membership + sponsors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737360"/>
            <a:ext cx="2715768" cy="173736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828800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Month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148840"/>
            <a:ext cx="2715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$150K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288036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Monthly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154680"/>
            <a:ext cx="2715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A144E"/>
                </a:solidFill>
              </a:rPr>
              <a:t>Full monetization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03320"/>
            <a:ext cx="5577840" cy="246888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221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These Numbers Are Achievable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25112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51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Zero marginal cost per additional pool 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0916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36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Each pool resets automatically after every draw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9320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200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28 pools running simultaneously = compounding revenue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77256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Growing user base means pools fill faster over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61304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88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No inventory, no logistics — digital delivery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03320"/>
            <a:ext cx="5486400" cy="246888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221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Investment Use of Funds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51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Paid Social &amp; Influencers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5196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35424"/>
            <a:ext cx="5120640" cy="9144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535424"/>
            <a:ext cx="204825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7548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Prize Float (seed pools)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75488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30%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038344"/>
            <a:ext cx="5120640" cy="9144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5038344"/>
            <a:ext cx="153619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578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&amp; Tech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52578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20%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541264"/>
            <a:ext cx="5120640" cy="9144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5541264"/>
            <a:ext cx="102412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760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57607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6044184"/>
            <a:ext cx="5120640" cy="9144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6044184"/>
            <a:ext cx="512064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right time, the right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624072" cy="34747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58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Social Commerce Boom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2583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TikTok and Instagram have normalised impulse purchases. A $5 competition entry is the perfect social commerce product — low risk, high excitement, instantly shareable.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737360"/>
            <a:ext cx="3624072" cy="34747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11040" y="19202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5320" y="2560320"/>
            <a:ext cx="3258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GCC Growth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5320" y="3063240"/>
            <a:ext cx="32583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The UAE and wider GCC have the highest smartphone penetration globally, a young population, and strong disposable income — the ideal market for digital prize competitions.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80" y="1737360"/>
            <a:ext cx="3624072" cy="347472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36280" y="19202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280" y="1938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560320"/>
            <a:ext cx="3258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Automation =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063240"/>
            <a:ext cx="32583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The entire platform — draw, emails, winner announcement — is 100% automated. One person can manage hundreds of pools simultaneously with zero operational overhead.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11274552" cy="822960"/>
          </a:xfrm>
          <a:prstGeom prst="roundRect">
            <a:avLst/>
          </a:prstGeom>
          <a:solidFill>
            <a:srgbClr val="2A144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2239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First-mover advantage in the GCC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 competing platform currently offers automated, RANDOM.ORG-verified prize competitions at this price point in the UAE.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Built &amp; Live — Right Now at tick-pick.com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64008" cy="1874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Web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3230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59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Responsive web app (desktop + mobile)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9806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2491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Real-time pool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6382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906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User accounts &amp; entry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52958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4564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Cloudflare Pages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73736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2440" y="1874519"/>
            <a:ext cx="64008" cy="1874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3608" y="190195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Automated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3608" y="243230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6488" y="2359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Postgres triggers auto-fire the draw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3608" y="279806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6488" y="272491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RANDOM.ORG API for certified randomness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3608" y="316382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6488" y="30906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Instant winner emails via Resend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3608" y="352958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6488" y="34564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Admin notification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7680" y="173736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7680" y="1874519"/>
            <a:ext cx="64008" cy="1874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8848" y="190195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Trust &amp;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08848" y="243230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1728" y="2359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RANDOM.ORG certified draws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8848" y="27980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1728" y="272491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Public winners page (all results visible)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8848" y="316382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91728" y="30906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Row-level security via Supabase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08848" y="352958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1728" y="34564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GDPR-ready Terms &amp; Privacy pages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06908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206240"/>
            <a:ext cx="64008" cy="1874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23367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76402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6908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Custom domain email via Zoho Mail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12978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50566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Automated winner email sent in &lt;60 sec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49554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542239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Admin draw report 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861304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" y="5788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support@tick-pick.com active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82440" y="406908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82440" y="4206240"/>
            <a:ext cx="64008" cy="1874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3608" y="423367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SEO &amp; Marketing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3608" y="476402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6488" y="46908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OG social share image (WhatsApp/iMessage)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3608" y="512978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6488" y="50566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Blog with 4 live SEO articles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83608" y="549554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66488" y="542239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Help centre, Contact &amp; FAQ pages live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3608" y="586130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6488" y="5788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All footer pages linked &amp; indexed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07680" y="4069080"/>
            <a:ext cx="3624072" cy="21488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2A1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07680" y="4206240"/>
            <a:ext cx="64008" cy="1874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08848" y="4233672"/>
            <a:ext cx="3304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Competition Tiers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08848" y="476402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91728" y="469087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MICRO: $50 / $75 / $100 prizes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8848" y="512978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1728" y="505663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VOLUME: $150 / $200 / $300 prizes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08848" y="549554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91728" y="542239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MEGA: $500 / $750 / $1,000 prizes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8848" y="586130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91728" y="5788152"/>
            <a:ext cx="3121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28 active competitions ready to launch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8636" y="109728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8636" y="11247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8716" y="1115568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Tick</a:t>
            </a:r>
            <a:r>
              <a:rPr sz="2800" b="1">
                <a:solidFill>
                  <a:srgbClr val="F59E0B"/>
                </a:solidFill>
              </a:rPr>
              <a:t>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Join us at the starting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</a:rPr>
              <a:t>The platform is built. The economics work. We are raising to pour fuel on the fire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</a:rPr>
              <a:t>marketing, prize float, and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" y="3840480"/>
            <a:ext cx="3200400" cy="12344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708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tick-pick.com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4276" y="3840480"/>
            <a:ext cx="3200400" cy="12344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4276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6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support@tick-pick.com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5844" y="3840480"/>
            <a:ext cx="3200400" cy="1234440"/>
          </a:xfrm>
          <a:prstGeom prst="roundRect">
            <a:avLst/>
          </a:prstGeom>
          <a:solidFill>
            <a:srgbClr val="1E0D3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5844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5844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Alain Badran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© 2026 Tick Pick. All rights reserved. Confidential — for investor use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